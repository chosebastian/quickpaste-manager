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7498079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3600" b="1">
                <a:solidFill>
                  <a:srgbClr val="222222"/>
                </a:solidFill>
              </a:defRPr>
            </a:pPr>
            <a:r>
              <a:t>QuickPaste Manager</a:t>
            </a:r>
          </a:p>
          <a:p>
            <a:pPr algn="l">
              <a:spcAft>
                <a:spcPts val="800"/>
              </a:spcAft>
              <a:defRPr sz="1800" b="0">
                <a:solidFill>
                  <a:srgbClr val="666666"/>
                </a:solidFill>
              </a:defRPr>
            </a:pPr>
            <a:r>
              <a:t>반복 입력을 한 번의 클릭으로  ·  Windows 상용구 유틸리티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222222"/>
                </a:solidFill>
              </a:defRPr>
            </a:pPr>
            <a:r>
              <a:t>왜 필요한가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같은 문장·이미지를 매일 여러 번 복사·붙여넣기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메모장·채팅·메일을 오가며 찾는 시간 낭비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클립보드 히스토리만으로는 분류·고정이 어렵다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222222"/>
                </a:solidFill>
              </a:defRPr>
            </a:pPr>
            <a:r>
              <a:t>무엇을 해주는가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자주 쓰는 텍스트·이미지를 카테고리별로 저장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어떤 프로그램에서든 전역 단축키로 팝업 호출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선택 한 번으로 현재 입력 위치에 붙여넣기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222222"/>
                </a:solidFill>
              </a:defRPr>
            </a:pPr>
            <a:r>
              <a:t>동작 흐름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46304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① 단축키 또는 마우스 가운데 버튼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82880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666"/>
                </a:solidFill>
              </a:defRPr>
            </a:pPr>
            <a:r>
              <a:t>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② 커서 옆 팝업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65176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666"/>
                </a:solidFill>
              </a:defRPr>
            </a:pPr>
            <a:r>
              <a:t>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10896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③ 상용구 선택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800" b="0">
                <a:solidFill>
                  <a:srgbClr val="666666"/>
                </a:solidFill>
              </a:defRPr>
            </a:pPr>
            <a:r>
              <a:t>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931920"/>
            <a:ext cx="6858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200" b="0">
                <a:solidFill>
                  <a:srgbClr val="222222"/>
                </a:solidFill>
              </a:defRPr>
            </a:pPr>
            <a:r>
              <a:t>④ 클립보드 + 자동 붙여넣기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222222"/>
                </a:solidFill>
              </a:defRPr>
            </a:pPr>
            <a:r>
              <a:t>활용 ① — 반복 업무 문구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사내 공지·보고 서식, 회의 안내 문구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「고정」으로 Top 5에 상시 노출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태그로 「보고」「공지」 검색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760720"/>
            <a:ext cx="749807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1400" b="0">
                <a:solidFill>
                  <a:srgbClr val="666666"/>
                </a:solidFill>
              </a:defRPr>
            </a:pPr>
            <a:r>
              <a:t>예: 주간 보고 인사말, 퇴근 안내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222222"/>
                </a:solidFill>
              </a:defRPr>
            </a:pPr>
            <a:r>
              <a:t>활용 ② — 고객 응대·이메일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카테고리: 고객응대 / 이메일 / 일반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FAQ 답변·사과·안내 템플릿을 제목으로 구분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채팅·메일·CRM 입력창 어디서든 동일 단축키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222222"/>
                </a:solidFill>
              </a:defRPr>
            </a:pPr>
            <a:r>
              <a:t>활용 ③ — 이미지·연락처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로고·안내 이미지·계좌 캡처를 상용구로 보관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미리보기 확인 후 붙여넣기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ZIP 보내기로 PC 간 데이터 이전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222222"/>
                </a:solidFill>
              </a:defRPr>
            </a:pPr>
            <a:r>
              <a:t>핵심만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로컬 저장 — 데이터는 내 PC (%APPDATA%)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트레이 상주 · 단축키 · Top 5 · 검색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설치 파일 1개로 배포 (Setup.exe)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7498079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spcAft>
                <a:spcPts val="800"/>
              </a:spcAft>
              <a:defRPr sz="2800" b="1">
                <a:solidFill>
                  <a:srgbClr val="222222"/>
                </a:solidFill>
              </a:defRPr>
            </a:pPr>
            <a:r>
              <a:t>시작하기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325880"/>
            <a:ext cx="7498079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설치: QuickPasteManager-Setup-0.2.0.exe 실행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트레이 아이콘 → 상용구 관리에서 등록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기본 단축키 Ctrl+Shift+V 로 팝업</a:t>
            </a:r>
          </a:p>
          <a:p>
            <a:pPr>
              <a:spcBef>
                <a:spcPts val="1200"/>
              </a:spcBef>
              <a:spcAft>
                <a:spcPts val="400"/>
              </a:spcAft>
              <a:defRPr sz="2000">
                <a:solidFill>
                  <a:srgbClr val="222222"/>
                </a:solidFill>
              </a:defRPr>
            </a:pPr>
            <a:r>
              <a:t>도움말·환경설정에서 단축키·백업 조정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A5F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94560"/>
            <a:ext cx="7498079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Aft>
                <a:spcPts val="800"/>
              </a:spcAft>
              <a:defRPr sz="3200" b="1">
                <a:solidFill>
                  <a:srgbClr val="222222"/>
                </a:solidFill>
              </a:defRPr>
            </a:pPr>
            <a:r>
              <a:t>감사합니다</a:t>
            </a:r>
          </a:p>
          <a:p>
            <a:pPr algn="ctr">
              <a:spcAft>
                <a:spcPts val="800"/>
              </a:spcAft>
              <a:defRPr sz="1800" b="0">
                <a:solidFill>
                  <a:srgbClr val="666666"/>
                </a:solidFill>
              </a:defRPr>
            </a:pPr>
            <a:r>
              <a:t>QuickPaste Manager  ·  반복을 줄이고 본업에 집중하세요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